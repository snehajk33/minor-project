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Project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" y="2834640"/>
            <a:ext cx="1828800" cy="1371600"/>
          </a:xfrm>
          <a:prstGeom prst="roundRect">
            <a:avLst/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Collection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74520" y="352044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2834640"/>
            <a:ext cx="1828800" cy="1371600"/>
          </a:xfrm>
          <a:prstGeom prst="roundRect">
            <a:avLst/>
          </a:prstGeom>
          <a:solidFill>
            <a:srgbClr val="3F8F3F"/>
          </a:solidFill>
          <a:ln w="12700">
            <a:solidFill>
              <a:srgbClr val="3F8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Preprocessing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31920" y="352044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0520" y="2834640"/>
            <a:ext cx="1828800" cy="1371600"/>
          </a:xfrm>
          <a:prstGeom prst="roundRect">
            <a:avLst/>
          </a:prstGeom>
          <a:solidFill>
            <a:srgbClr val="8B9F3A"/>
          </a:solidFill>
          <a:ln w="12700">
            <a:solidFill>
              <a:srgbClr val="8B9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89320" y="352044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834640"/>
            <a:ext cx="1828800" cy="1371600"/>
          </a:xfrm>
          <a:prstGeom prst="round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Clustering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352044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2834640"/>
            <a:ext cx="1828800" cy="1371600"/>
          </a:xfrm>
          <a:prstGeom prst="round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04120" y="352044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332720" y="2834640"/>
            <a:ext cx="1828800" cy="1371600"/>
          </a:xfrm>
          <a:prstGeom prst="roundRect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2834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2026-03-23T15:38:24Z</dcterms:created>
  <dcterms:modified xsi:type="dcterms:W3CDTF">2026-03-23T15:38:24Z</dcterms:modified>
</cp:coreProperties>
</file>